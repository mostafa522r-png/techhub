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untastic" charset="1" panose="00000000000000000000"/>
      <p:regular r:id="rId16"/>
    </p:embeddedFont>
    <p:embeddedFont>
      <p:font typeface="Crusoe Tex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6166594" cy="4114800"/>
          </a:xfrm>
          <a:custGeom>
            <a:avLst/>
            <a:gdLst/>
            <a:ahLst/>
            <a:cxnLst/>
            <a:rect r="r" b="b" t="t" l="l"/>
            <a:pathLst>
              <a:path h="4114800" w="6166594">
                <a:moveTo>
                  <a:pt x="6166594" y="0"/>
                </a:moveTo>
                <a:lnTo>
                  <a:pt x="0" y="0"/>
                </a:lnTo>
                <a:lnTo>
                  <a:pt x="0" y="4114800"/>
                </a:lnTo>
                <a:lnTo>
                  <a:pt x="6166594" y="4114800"/>
                </a:lnTo>
                <a:lnTo>
                  <a:pt x="61665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2121406" y="6172200"/>
            <a:ext cx="6166594" cy="4114800"/>
          </a:xfrm>
          <a:custGeom>
            <a:avLst/>
            <a:gdLst/>
            <a:ahLst/>
            <a:cxnLst/>
            <a:rect r="r" b="b" t="t" l="l"/>
            <a:pathLst>
              <a:path h="4114800" w="6166594">
                <a:moveTo>
                  <a:pt x="0" y="4114800"/>
                </a:moveTo>
                <a:lnTo>
                  <a:pt x="6166594" y="4114800"/>
                </a:lnTo>
                <a:lnTo>
                  <a:pt x="61665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383" y="4105275"/>
            <a:ext cx="17259582" cy="313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4"/>
              </a:lnSpc>
            </a:pPr>
            <a:r>
              <a:rPr lang="en-US" sz="11234" spc="224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Welcome to "TechHub"</a:t>
            </a:r>
          </a:p>
          <a:p>
            <a:pPr algn="ctr" marL="0" indent="0" lvl="0">
              <a:lnSpc>
                <a:spcPts val="1123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5383" y="5879942"/>
            <a:ext cx="17532617" cy="117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9"/>
              </a:lnSpc>
              <a:spcBef>
                <a:spcPct val="0"/>
              </a:spcBef>
            </a:pPr>
            <a:r>
              <a:rPr lang="en-US" sz="7799" spc="155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Where Innovation Meets Code!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-8351120" y="-2158402"/>
            <a:ext cx="9552621" cy="6374204"/>
          </a:xfrm>
          <a:custGeom>
            <a:avLst/>
            <a:gdLst/>
            <a:ahLst/>
            <a:cxnLst/>
            <a:rect r="r" b="b" t="t" l="l"/>
            <a:pathLst>
              <a:path h="6374204" w="9552621">
                <a:moveTo>
                  <a:pt x="0" y="6374204"/>
                </a:moveTo>
                <a:lnTo>
                  <a:pt x="9552621" y="6374204"/>
                </a:lnTo>
                <a:lnTo>
                  <a:pt x="9552621" y="0"/>
                </a:lnTo>
                <a:lnTo>
                  <a:pt x="0" y="0"/>
                </a:lnTo>
                <a:lnTo>
                  <a:pt x="0" y="63742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83888" y="7042304"/>
            <a:ext cx="21560779" cy="8898721"/>
          </a:xfrm>
          <a:custGeom>
            <a:avLst/>
            <a:gdLst/>
            <a:ahLst/>
            <a:cxnLst/>
            <a:rect r="r" b="b" t="t" l="l"/>
            <a:pathLst>
              <a:path h="8898721" w="21560779">
                <a:moveTo>
                  <a:pt x="0" y="0"/>
                </a:moveTo>
                <a:lnTo>
                  <a:pt x="21560779" y="0"/>
                </a:lnTo>
                <a:lnTo>
                  <a:pt x="21560779" y="8898722"/>
                </a:lnTo>
                <a:lnTo>
                  <a:pt x="0" y="889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70385"/>
            <a:ext cx="18288000" cy="8039161"/>
          </a:xfrm>
          <a:custGeom>
            <a:avLst/>
            <a:gdLst/>
            <a:ahLst/>
            <a:cxnLst/>
            <a:rect r="r" b="b" t="t" l="l"/>
            <a:pathLst>
              <a:path h="8039161" w="18288000">
                <a:moveTo>
                  <a:pt x="0" y="0"/>
                </a:moveTo>
                <a:lnTo>
                  <a:pt x="18288000" y="0"/>
                </a:lnTo>
                <a:lnTo>
                  <a:pt x="18288000" y="8039161"/>
                </a:lnTo>
                <a:lnTo>
                  <a:pt x="0" y="8039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13" t="0" r="-141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7740586"/>
          </a:xfrm>
          <a:custGeom>
            <a:avLst/>
            <a:gdLst/>
            <a:ahLst/>
            <a:cxnLst/>
            <a:rect r="r" b="b" t="t" l="l"/>
            <a:pathLst>
              <a:path h="7740586" w="18288000">
                <a:moveTo>
                  <a:pt x="0" y="0"/>
                </a:moveTo>
                <a:lnTo>
                  <a:pt x="18288000" y="0"/>
                </a:lnTo>
                <a:lnTo>
                  <a:pt x="18288000" y="7740586"/>
                </a:lnTo>
                <a:lnTo>
                  <a:pt x="0" y="7740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" t="0" r="-114" b="-1307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-8351120" y="-2158402"/>
            <a:ext cx="9552621" cy="6374204"/>
          </a:xfrm>
          <a:custGeom>
            <a:avLst/>
            <a:gdLst/>
            <a:ahLst/>
            <a:cxnLst/>
            <a:rect r="r" b="b" t="t" l="l"/>
            <a:pathLst>
              <a:path h="6374204" w="9552621">
                <a:moveTo>
                  <a:pt x="0" y="6374204"/>
                </a:moveTo>
                <a:lnTo>
                  <a:pt x="9552621" y="6374204"/>
                </a:lnTo>
                <a:lnTo>
                  <a:pt x="9552621" y="0"/>
                </a:lnTo>
                <a:lnTo>
                  <a:pt x="0" y="0"/>
                </a:lnTo>
                <a:lnTo>
                  <a:pt x="0" y="637420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3888" y="7042304"/>
            <a:ext cx="21560779" cy="8898721"/>
          </a:xfrm>
          <a:custGeom>
            <a:avLst/>
            <a:gdLst/>
            <a:ahLst/>
            <a:cxnLst/>
            <a:rect r="r" b="b" t="t" l="l"/>
            <a:pathLst>
              <a:path h="8898721" w="21560779">
                <a:moveTo>
                  <a:pt x="0" y="0"/>
                </a:moveTo>
                <a:lnTo>
                  <a:pt x="21560779" y="0"/>
                </a:lnTo>
                <a:lnTo>
                  <a:pt x="21560779" y="8898722"/>
                </a:lnTo>
                <a:lnTo>
                  <a:pt x="0" y="8898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-8351120" y="-2158402"/>
            <a:ext cx="9552621" cy="6374204"/>
          </a:xfrm>
          <a:custGeom>
            <a:avLst/>
            <a:gdLst/>
            <a:ahLst/>
            <a:cxnLst/>
            <a:rect r="r" b="b" t="t" l="l"/>
            <a:pathLst>
              <a:path h="6374204" w="9552621">
                <a:moveTo>
                  <a:pt x="0" y="6374204"/>
                </a:moveTo>
                <a:lnTo>
                  <a:pt x="9552621" y="6374204"/>
                </a:lnTo>
                <a:lnTo>
                  <a:pt x="9552621" y="0"/>
                </a:lnTo>
                <a:lnTo>
                  <a:pt x="0" y="0"/>
                </a:lnTo>
                <a:lnTo>
                  <a:pt x="0" y="63742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83888" y="7042304"/>
            <a:ext cx="21560779" cy="8898721"/>
          </a:xfrm>
          <a:custGeom>
            <a:avLst/>
            <a:gdLst/>
            <a:ahLst/>
            <a:cxnLst/>
            <a:rect r="r" b="b" t="t" l="l"/>
            <a:pathLst>
              <a:path h="8898721" w="21560779">
                <a:moveTo>
                  <a:pt x="0" y="0"/>
                </a:moveTo>
                <a:lnTo>
                  <a:pt x="21560779" y="0"/>
                </a:lnTo>
                <a:lnTo>
                  <a:pt x="21560779" y="8898722"/>
                </a:lnTo>
                <a:lnTo>
                  <a:pt x="0" y="889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028700"/>
            <a:ext cx="18288000" cy="8634699"/>
          </a:xfrm>
          <a:custGeom>
            <a:avLst/>
            <a:gdLst/>
            <a:ahLst/>
            <a:cxnLst/>
            <a:rect r="r" b="b" t="t" l="l"/>
            <a:pathLst>
              <a:path h="8634699" w="18288000">
                <a:moveTo>
                  <a:pt x="0" y="0"/>
                </a:moveTo>
                <a:lnTo>
                  <a:pt x="18288000" y="0"/>
                </a:lnTo>
                <a:lnTo>
                  <a:pt x="18288000" y="8634699"/>
                </a:lnTo>
                <a:lnTo>
                  <a:pt x="0" y="86346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62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-8351120" y="-2158402"/>
            <a:ext cx="9552621" cy="6374204"/>
          </a:xfrm>
          <a:custGeom>
            <a:avLst/>
            <a:gdLst/>
            <a:ahLst/>
            <a:cxnLst/>
            <a:rect r="r" b="b" t="t" l="l"/>
            <a:pathLst>
              <a:path h="6374204" w="9552621">
                <a:moveTo>
                  <a:pt x="0" y="6374204"/>
                </a:moveTo>
                <a:lnTo>
                  <a:pt x="9552621" y="6374204"/>
                </a:lnTo>
                <a:lnTo>
                  <a:pt x="9552621" y="0"/>
                </a:lnTo>
                <a:lnTo>
                  <a:pt x="0" y="0"/>
                </a:lnTo>
                <a:lnTo>
                  <a:pt x="0" y="63742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83888" y="7042304"/>
            <a:ext cx="21560779" cy="8898721"/>
          </a:xfrm>
          <a:custGeom>
            <a:avLst/>
            <a:gdLst/>
            <a:ahLst/>
            <a:cxnLst/>
            <a:rect r="r" b="b" t="t" l="l"/>
            <a:pathLst>
              <a:path h="8898721" w="21560779">
                <a:moveTo>
                  <a:pt x="0" y="0"/>
                </a:moveTo>
                <a:lnTo>
                  <a:pt x="21560779" y="0"/>
                </a:lnTo>
                <a:lnTo>
                  <a:pt x="21560779" y="8898722"/>
                </a:lnTo>
                <a:lnTo>
                  <a:pt x="0" y="889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028700"/>
            <a:ext cx="18288000" cy="8498287"/>
          </a:xfrm>
          <a:custGeom>
            <a:avLst/>
            <a:gdLst/>
            <a:ahLst/>
            <a:cxnLst/>
            <a:rect r="r" b="b" t="t" l="l"/>
            <a:pathLst>
              <a:path h="8498287" w="18288000">
                <a:moveTo>
                  <a:pt x="0" y="0"/>
                </a:moveTo>
                <a:lnTo>
                  <a:pt x="18288000" y="0"/>
                </a:lnTo>
                <a:lnTo>
                  <a:pt x="18288000" y="8498287"/>
                </a:lnTo>
                <a:lnTo>
                  <a:pt x="0" y="8498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21" r="-1073" b="-152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7260">
            <a:off x="-2705100" y="-3311619"/>
            <a:ext cx="22144138" cy="5797738"/>
          </a:xfrm>
          <a:custGeom>
            <a:avLst/>
            <a:gdLst/>
            <a:ahLst/>
            <a:cxnLst/>
            <a:rect r="r" b="b" t="t" l="l"/>
            <a:pathLst>
              <a:path h="5797738" w="22144138">
                <a:moveTo>
                  <a:pt x="0" y="0"/>
                </a:moveTo>
                <a:lnTo>
                  <a:pt x="22144138" y="0"/>
                </a:lnTo>
                <a:lnTo>
                  <a:pt x="22144138" y="5797738"/>
                </a:lnTo>
                <a:lnTo>
                  <a:pt x="0" y="579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94768">
            <a:off x="1618487" y="4342429"/>
            <a:ext cx="4143245" cy="1235440"/>
          </a:xfrm>
          <a:custGeom>
            <a:avLst/>
            <a:gdLst/>
            <a:ahLst/>
            <a:cxnLst/>
            <a:rect r="r" b="b" t="t" l="l"/>
            <a:pathLst>
              <a:path h="1235440" w="4143245">
                <a:moveTo>
                  <a:pt x="0" y="0"/>
                </a:moveTo>
                <a:lnTo>
                  <a:pt x="4143245" y="0"/>
                </a:lnTo>
                <a:lnTo>
                  <a:pt x="4143245" y="1235440"/>
                </a:lnTo>
                <a:lnTo>
                  <a:pt x="0" y="1235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648072">
            <a:off x="11369675" y="4235877"/>
            <a:ext cx="4143245" cy="1235440"/>
          </a:xfrm>
          <a:custGeom>
            <a:avLst/>
            <a:gdLst/>
            <a:ahLst/>
            <a:cxnLst/>
            <a:rect r="r" b="b" t="t" l="l"/>
            <a:pathLst>
              <a:path h="1235440" w="4143245">
                <a:moveTo>
                  <a:pt x="4143245" y="0"/>
                </a:moveTo>
                <a:lnTo>
                  <a:pt x="0" y="0"/>
                </a:lnTo>
                <a:lnTo>
                  <a:pt x="0" y="1235441"/>
                </a:lnTo>
                <a:lnTo>
                  <a:pt x="4143245" y="1235441"/>
                </a:lnTo>
                <a:lnTo>
                  <a:pt x="41432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18325" y="6691372"/>
            <a:ext cx="4451350" cy="1704151"/>
            <a:chOff x="0" y="0"/>
            <a:chExt cx="1172372" cy="4488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2372" cy="448830"/>
            </a:xfrm>
            <a:custGeom>
              <a:avLst/>
              <a:gdLst/>
              <a:ahLst/>
              <a:cxnLst/>
              <a:rect r="r" b="b" t="t" l="l"/>
              <a:pathLst>
                <a:path h="448830" w="1172372">
                  <a:moveTo>
                    <a:pt x="88701" y="0"/>
                  </a:moveTo>
                  <a:lnTo>
                    <a:pt x="1083671" y="0"/>
                  </a:lnTo>
                  <a:cubicBezTo>
                    <a:pt x="1107196" y="0"/>
                    <a:pt x="1129758" y="9345"/>
                    <a:pt x="1146392" y="25980"/>
                  </a:cubicBezTo>
                  <a:cubicBezTo>
                    <a:pt x="1163027" y="42614"/>
                    <a:pt x="1172372" y="65176"/>
                    <a:pt x="1172372" y="88701"/>
                  </a:cubicBezTo>
                  <a:lnTo>
                    <a:pt x="1172372" y="360129"/>
                  </a:lnTo>
                  <a:cubicBezTo>
                    <a:pt x="1172372" y="409117"/>
                    <a:pt x="1132659" y="448830"/>
                    <a:pt x="1083671" y="448830"/>
                  </a:cubicBezTo>
                  <a:lnTo>
                    <a:pt x="88701" y="448830"/>
                  </a:lnTo>
                  <a:cubicBezTo>
                    <a:pt x="65176" y="448830"/>
                    <a:pt x="42614" y="439485"/>
                    <a:pt x="25980" y="422850"/>
                  </a:cubicBezTo>
                  <a:cubicBezTo>
                    <a:pt x="9345" y="406215"/>
                    <a:pt x="0" y="383654"/>
                    <a:pt x="0" y="360129"/>
                  </a:cubicBezTo>
                  <a:lnTo>
                    <a:pt x="0" y="88701"/>
                  </a:lnTo>
                  <a:cubicBezTo>
                    <a:pt x="0" y="65176"/>
                    <a:pt x="9345" y="42614"/>
                    <a:pt x="25980" y="25980"/>
                  </a:cubicBezTo>
                  <a:cubicBezTo>
                    <a:pt x="42614" y="9345"/>
                    <a:pt x="65176" y="0"/>
                    <a:pt x="88701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72372" cy="47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162417"/>
            <a:ext cx="4451350" cy="1206472"/>
            <a:chOff x="0" y="0"/>
            <a:chExt cx="1172372" cy="317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2372" cy="317754"/>
            </a:xfrm>
            <a:custGeom>
              <a:avLst/>
              <a:gdLst/>
              <a:ahLst/>
              <a:cxnLst/>
              <a:rect r="r" b="b" t="t" l="l"/>
              <a:pathLst>
                <a:path h="317754" w="1172372">
                  <a:moveTo>
                    <a:pt x="88701" y="0"/>
                  </a:moveTo>
                  <a:lnTo>
                    <a:pt x="1083671" y="0"/>
                  </a:lnTo>
                  <a:cubicBezTo>
                    <a:pt x="1107196" y="0"/>
                    <a:pt x="1129758" y="9345"/>
                    <a:pt x="1146392" y="25980"/>
                  </a:cubicBezTo>
                  <a:cubicBezTo>
                    <a:pt x="1163027" y="42614"/>
                    <a:pt x="1172372" y="65176"/>
                    <a:pt x="1172372" y="88701"/>
                  </a:cubicBezTo>
                  <a:lnTo>
                    <a:pt x="1172372" y="229053"/>
                  </a:lnTo>
                  <a:cubicBezTo>
                    <a:pt x="1172372" y="252578"/>
                    <a:pt x="1163027" y="275139"/>
                    <a:pt x="1146392" y="291774"/>
                  </a:cubicBezTo>
                  <a:cubicBezTo>
                    <a:pt x="1129758" y="308409"/>
                    <a:pt x="1107196" y="317754"/>
                    <a:pt x="1083671" y="317754"/>
                  </a:cubicBezTo>
                  <a:lnTo>
                    <a:pt x="88701" y="317754"/>
                  </a:lnTo>
                  <a:cubicBezTo>
                    <a:pt x="65176" y="317754"/>
                    <a:pt x="42614" y="308409"/>
                    <a:pt x="25980" y="291774"/>
                  </a:cubicBezTo>
                  <a:cubicBezTo>
                    <a:pt x="9345" y="275139"/>
                    <a:pt x="0" y="252578"/>
                    <a:pt x="0" y="229053"/>
                  </a:cubicBezTo>
                  <a:lnTo>
                    <a:pt x="0" y="88701"/>
                  </a:lnTo>
                  <a:cubicBezTo>
                    <a:pt x="0" y="65176"/>
                    <a:pt x="9345" y="42614"/>
                    <a:pt x="25980" y="25980"/>
                  </a:cubicBezTo>
                  <a:cubicBezTo>
                    <a:pt x="42614" y="9345"/>
                    <a:pt x="65176" y="0"/>
                    <a:pt x="88701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72372" cy="346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07950" y="6177816"/>
            <a:ext cx="4451350" cy="1267273"/>
            <a:chOff x="0" y="0"/>
            <a:chExt cx="1172372" cy="333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2372" cy="333767"/>
            </a:xfrm>
            <a:custGeom>
              <a:avLst/>
              <a:gdLst/>
              <a:ahLst/>
              <a:cxnLst/>
              <a:rect r="r" b="b" t="t" l="l"/>
              <a:pathLst>
                <a:path h="333767" w="1172372">
                  <a:moveTo>
                    <a:pt x="88701" y="0"/>
                  </a:moveTo>
                  <a:lnTo>
                    <a:pt x="1083671" y="0"/>
                  </a:lnTo>
                  <a:cubicBezTo>
                    <a:pt x="1107196" y="0"/>
                    <a:pt x="1129758" y="9345"/>
                    <a:pt x="1146392" y="25980"/>
                  </a:cubicBezTo>
                  <a:cubicBezTo>
                    <a:pt x="1163027" y="42614"/>
                    <a:pt x="1172372" y="65176"/>
                    <a:pt x="1172372" y="88701"/>
                  </a:cubicBezTo>
                  <a:lnTo>
                    <a:pt x="1172372" y="245067"/>
                  </a:lnTo>
                  <a:cubicBezTo>
                    <a:pt x="1172372" y="268592"/>
                    <a:pt x="1163027" y="291153"/>
                    <a:pt x="1146392" y="307787"/>
                  </a:cubicBezTo>
                  <a:cubicBezTo>
                    <a:pt x="1129758" y="324422"/>
                    <a:pt x="1107196" y="333767"/>
                    <a:pt x="1083671" y="333767"/>
                  </a:cubicBezTo>
                  <a:lnTo>
                    <a:pt x="88701" y="333767"/>
                  </a:lnTo>
                  <a:cubicBezTo>
                    <a:pt x="39713" y="333767"/>
                    <a:pt x="0" y="294055"/>
                    <a:pt x="0" y="245067"/>
                  </a:cubicBezTo>
                  <a:lnTo>
                    <a:pt x="0" y="88701"/>
                  </a:lnTo>
                  <a:cubicBezTo>
                    <a:pt x="0" y="65176"/>
                    <a:pt x="9345" y="42614"/>
                    <a:pt x="25980" y="25980"/>
                  </a:cubicBezTo>
                  <a:cubicBezTo>
                    <a:pt x="42614" y="9345"/>
                    <a:pt x="65176" y="0"/>
                    <a:pt x="88701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72372" cy="3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300725" y="6944865"/>
            <a:ext cx="5981824" cy="101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17"/>
              </a:lnSpc>
            </a:pPr>
            <a:r>
              <a:rPr lang="en-US" b="true" sz="556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css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6383" y="1436866"/>
            <a:ext cx="12036669" cy="224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9"/>
              </a:lnSpc>
            </a:pPr>
            <a:r>
              <a:rPr lang="en-US" sz="8099" spc="161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SO HOW DID WE CREATE THIS WEBSITE?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0531" y="6209646"/>
            <a:ext cx="5890195" cy="95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2"/>
              </a:lnSpc>
            </a:pPr>
            <a:r>
              <a:rPr lang="en-US" b="true" sz="5334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html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1675" y="6366598"/>
            <a:ext cx="4685066" cy="7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2"/>
              </a:lnSpc>
            </a:pPr>
            <a:r>
              <a:rPr lang="en-US" b="true" sz="4243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javascript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864660">
            <a:off x="6509381" y="4506799"/>
            <a:ext cx="4143245" cy="1235440"/>
          </a:xfrm>
          <a:custGeom>
            <a:avLst/>
            <a:gdLst/>
            <a:ahLst/>
            <a:cxnLst/>
            <a:rect r="r" b="b" t="t" l="l"/>
            <a:pathLst>
              <a:path h="1235440" w="4143245">
                <a:moveTo>
                  <a:pt x="0" y="0"/>
                </a:moveTo>
                <a:lnTo>
                  <a:pt x="4143245" y="0"/>
                </a:lnTo>
                <a:lnTo>
                  <a:pt x="4143245" y="1235440"/>
                </a:lnTo>
                <a:lnTo>
                  <a:pt x="0" y="1235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7260">
            <a:off x="-2705100" y="-3311619"/>
            <a:ext cx="22144138" cy="5797738"/>
          </a:xfrm>
          <a:custGeom>
            <a:avLst/>
            <a:gdLst/>
            <a:ahLst/>
            <a:cxnLst/>
            <a:rect r="r" b="b" t="t" l="l"/>
            <a:pathLst>
              <a:path h="5797738" w="22144138">
                <a:moveTo>
                  <a:pt x="0" y="0"/>
                </a:moveTo>
                <a:lnTo>
                  <a:pt x="22144138" y="0"/>
                </a:lnTo>
                <a:lnTo>
                  <a:pt x="22144138" y="5797738"/>
                </a:lnTo>
                <a:lnTo>
                  <a:pt x="0" y="579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8845" y="2645850"/>
            <a:ext cx="16230600" cy="224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9"/>
              </a:lnSpc>
            </a:pPr>
            <a:r>
              <a:rPr lang="en-US" sz="8099" spc="161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 WHY DID WE USE HTML ?</a:t>
            </a:r>
          </a:p>
          <a:p>
            <a:pPr algn="ctr" marL="0" indent="0" lvl="0">
              <a:lnSpc>
                <a:spcPts val="80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893351" y="4346231"/>
            <a:ext cx="16365949" cy="4477380"/>
            <a:chOff x="0" y="0"/>
            <a:chExt cx="4310374" cy="11792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0373" cy="1179228"/>
            </a:xfrm>
            <a:custGeom>
              <a:avLst/>
              <a:gdLst/>
              <a:ahLst/>
              <a:cxnLst/>
              <a:rect r="r" b="b" t="t" l="l"/>
              <a:pathLst>
                <a:path h="1179228" w="4310373">
                  <a:moveTo>
                    <a:pt x="24126" y="0"/>
                  </a:moveTo>
                  <a:lnTo>
                    <a:pt x="4286248" y="0"/>
                  </a:lnTo>
                  <a:cubicBezTo>
                    <a:pt x="4292646" y="0"/>
                    <a:pt x="4298783" y="2542"/>
                    <a:pt x="4303307" y="7066"/>
                  </a:cubicBezTo>
                  <a:cubicBezTo>
                    <a:pt x="4307832" y="11591"/>
                    <a:pt x="4310373" y="17727"/>
                    <a:pt x="4310373" y="24126"/>
                  </a:cubicBezTo>
                  <a:lnTo>
                    <a:pt x="4310373" y="1155102"/>
                  </a:lnTo>
                  <a:cubicBezTo>
                    <a:pt x="4310373" y="1168426"/>
                    <a:pt x="4299572" y="1179228"/>
                    <a:pt x="4286248" y="1179228"/>
                  </a:cubicBezTo>
                  <a:lnTo>
                    <a:pt x="24126" y="1179228"/>
                  </a:lnTo>
                  <a:cubicBezTo>
                    <a:pt x="10801" y="1179228"/>
                    <a:pt x="0" y="1168426"/>
                    <a:pt x="0" y="1155102"/>
                  </a:cubicBezTo>
                  <a:lnTo>
                    <a:pt x="0" y="24126"/>
                  </a:lnTo>
                  <a:cubicBezTo>
                    <a:pt x="0" y="10801"/>
                    <a:pt x="10801" y="0"/>
                    <a:pt x="24126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310374" cy="12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01726" y="4892171"/>
            <a:ext cx="14187718" cy="329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 used HTML to build the main structure of the website.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 created the Home, Store, and Cart pages.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 displayed the products using elements such as:</a:t>
            </a:r>
          </a:p>
          <a:p>
            <a:pPr algn="just">
              <a:lnSpc>
                <a:spcPts val="4369"/>
              </a:lnSpc>
            </a:pPr>
            <a:r>
              <a:rPr lang="en-US" sz="2856" b="true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     </a:t>
            </a:r>
            <a:r>
              <a:rPr lang="en-US" sz="2856" b="true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img, h2, p, and button.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 organized the content into clear sections.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 u="none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HTML is the foundation that supports the entire website's appearance.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7260">
            <a:off x="-2705100" y="-3311619"/>
            <a:ext cx="22144138" cy="5797738"/>
          </a:xfrm>
          <a:custGeom>
            <a:avLst/>
            <a:gdLst/>
            <a:ahLst/>
            <a:cxnLst/>
            <a:rect r="r" b="b" t="t" l="l"/>
            <a:pathLst>
              <a:path h="5797738" w="22144138">
                <a:moveTo>
                  <a:pt x="0" y="0"/>
                </a:moveTo>
                <a:lnTo>
                  <a:pt x="22144138" y="0"/>
                </a:lnTo>
                <a:lnTo>
                  <a:pt x="22144138" y="5797738"/>
                </a:lnTo>
                <a:lnTo>
                  <a:pt x="0" y="579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3351" y="4346231"/>
            <a:ext cx="16365949" cy="4458165"/>
            <a:chOff x="0" y="0"/>
            <a:chExt cx="4310374" cy="1174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0373" cy="1174167"/>
            </a:xfrm>
            <a:custGeom>
              <a:avLst/>
              <a:gdLst/>
              <a:ahLst/>
              <a:cxnLst/>
              <a:rect r="r" b="b" t="t" l="l"/>
              <a:pathLst>
                <a:path h="1174167" w="4310373">
                  <a:moveTo>
                    <a:pt x="24126" y="0"/>
                  </a:moveTo>
                  <a:lnTo>
                    <a:pt x="4286248" y="0"/>
                  </a:lnTo>
                  <a:cubicBezTo>
                    <a:pt x="4292646" y="0"/>
                    <a:pt x="4298783" y="2542"/>
                    <a:pt x="4303307" y="7066"/>
                  </a:cubicBezTo>
                  <a:cubicBezTo>
                    <a:pt x="4307832" y="11591"/>
                    <a:pt x="4310373" y="17727"/>
                    <a:pt x="4310373" y="24126"/>
                  </a:cubicBezTo>
                  <a:lnTo>
                    <a:pt x="4310373" y="1150041"/>
                  </a:lnTo>
                  <a:cubicBezTo>
                    <a:pt x="4310373" y="1163365"/>
                    <a:pt x="4299572" y="1174167"/>
                    <a:pt x="4286248" y="1174167"/>
                  </a:cubicBezTo>
                  <a:lnTo>
                    <a:pt x="24126" y="1174167"/>
                  </a:lnTo>
                  <a:cubicBezTo>
                    <a:pt x="10801" y="1174167"/>
                    <a:pt x="0" y="1163365"/>
                    <a:pt x="0" y="1150041"/>
                  </a:cubicBezTo>
                  <a:lnTo>
                    <a:pt x="0" y="24126"/>
                  </a:lnTo>
                  <a:cubicBezTo>
                    <a:pt x="0" y="10801"/>
                    <a:pt x="10801" y="0"/>
                    <a:pt x="24126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10374" cy="1202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74003" y="5048250"/>
            <a:ext cx="14187718" cy="273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 used CSS to style all website elements.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Designed the product cards (images, text, buttons).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Used Flexbox/Grid to arrange the products.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Formatted the colors, backgrounds, and margins.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Made the website look professional and consistent.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845" y="2645850"/>
            <a:ext cx="16230600" cy="224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9"/>
              </a:lnSpc>
            </a:pPr>
            <a:r>
              <a:rPr lang="en-US" sz="8099" spc="161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 WHY DID WE USE CSS ?</a:t>
            </a:r>
          </a:p>
          <a:p>
            <a:pPr algn="ctr" marL="0" indent="0" lvl="0">
              <a:lnSpc>
                <a:spcPts val="80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17260">
            <a:off x="-2705100" y="-3311619"/>
            <a:ext cx="22144138" cy="5797738"/>
          </a:xfrm>
          <a:custGeom>
            <a:avLst/>
            <a:gdLst/>
            <a:ahLst/>
            <a:cxnLst/>
            <a:rect r="r" b="b" t="t" l="l"/>
            <a:pathLst>
              <a:path h="5797738" w="22144138">
                <a:moveTo>
                  <a:pt x="0" y="0"/>
                </a:moveTo>
                <a:lnTo>
                  <a:pt x="22144138" y="0"/>
                </a:lnTo>
                <a:lnTo>
                  <a:pt x="22144138" y="5797738"/>
                </a:lnTo>
                <a:lnTo>
                  <a:pt x="0" y="579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3351" y="4346231"/>
            <a:ext cx="16365949" cy="4458165"/>
            <a:chOff x="0" y="0"/>
            <a:chExt cx="4310374" cy="1174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0373" cy="1174167"/>
            </a:xfrm>
            <a:custGeom>
              <a:avLst/>
              <a:gdLst/>
              <a:ahLst/>
              <a:cxnLst/>
              <a:rect r="r" b="b" t="t" l="l"/>
              <a:pathLst>
                <a:path h="1174167" w="4310373">
                  <a:moveTo>
                    <a:pt x="24126" y="0"/>
                  </a:moveTo>
                  <a:lnTo>
                    <a:pt x="4286248" y="0"/>
                  </a:lnTo>
                  <a:cubicBezTo>
                    <a:pt x="4292646" y="0"/>
                    <a:pt x="4298783" y="2542"/>
                    <a:pt x="4303307" y="7066"/>
                  </a:cubicBezTo>
                  <a:cubicBezTo>
                    <a:pt x="4307832" y="11591"/>
                    <a:pt x="4310373" y="17727"/>
                    <a:pt x="4310373" y="24126"/>
                  </a:cubicBezTo>
                  <a:lnTo>
                    <a:pt x="4310373" y="1150041"/>
                  </a:lnTo>
                  <a:cubicBezTo>
                    <a:pt x="4310373" y="1163365"/>
                    <a:pt x="4299572" y="1174167"/>
                    <a:pt x="4286248" y="1174167"/>
                  </a:cubicBezTo>
                  <a:lnTo>
                    <a:pt x="24126" y="1174167"/>
                  </a:lnTo>
                  <a:cubicBezTo>
                    <a:pt x="10801" y="1174167"/>
                    <a:pt x="0" y="1163365"/>
                    <a:pt x="0" y="1150041"/>
                  </a:cubicBezTo>
                  <a:lnTo>
                    <a:pt x="0" y="24126"/>
                  </a:lnTo>
                  <a:cubicBezTo>
                    <a:pt x="0" y="10801"/>
                    <a:pt x="10801" y="0"/>
                    <a:pt x="24126" y="0"/>
                  </a:cubicBezTo>
                  <a:close/>
                </a:path>
              </a:pathLst>
            </a:custGeom>
            <a:solidFill>
              <a:srgbClr val="287A7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10374" cy="1202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57278" y="4606338"/>
            <a:ext cx="14187718" cy="384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Adding Interaction and Functionality with JavaScript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Enable the Add to Cart button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Dynamicly ad</a:t>
            </a: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d products to the cart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Automatically calculate the total price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Upd</a:t>
            </a: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ate the number of products without reloading the page</a:t>
            </a:r>
          </a:p>
          <a:p>
            <a:pPr algn="l" marL="616638" indent="-308319" lvl="1">
              <a:lnSpc>
                <a:spcPts val="4369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JavaScript is what added the animation and interactivity to the website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845" y="2645850"/>
            <a:ext cx="16500455" cy="224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9"/>
              </a:lnSpc>
            </a:pPr>
            <a:r>
              <a:rPr lang="en-US" sz="8099" spc="161">
                <a:solidFill>
                  <a:srgbClr val="1C1679"/>
                </a:solidFill>
                <a:latin typeface="Funtastic"/>
                <a:ea typeface="Funtastic"/>
                <a:cs typeface="Funtastic"/>
                <a:sym typeface="Funtastic"/>
              </a:rPr>
              <a:t> WHY DID WE USE JAVASCRIPT ?</a:t>
            </a:r>
          </a:p>
          <a:p>
            <a:pPr algn="ctr" marL="0" indent="0" lvl="0">
              <a:lnSpc>
                <a:spcPts val="80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6166594" cy="4114800"/>
          </a:xfrm>
          <a:custGeom>
            <a:avLst/>
            <a:gdLst/>
            <a:ahLst/>
            <a:cxnLst/>
            <a:rect r="r" b="b" t="t" l="l"/>
            <a:pathLst>
              <a:path h="4114800" w="6166594">
                <a:moveTo>
                  <a:pt x="6166594" y="0"/>
                </a:moveTo>
                <a:lnTo>
                  <a:pt x="0" y="0"/>
                </a:lnTo>
                <a:lnTo>
                  <a:pt x="0" y="4114800"/>
                </a:lnTo>
                <a:lnTo>
                  <a:pt x="6166594" y="4114800"/>
                </a:lnTo>
                <a:lnTo>
                  <a:pt x="61665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2121406" y="6172200"/>
            <a:ext cx="6166594" cy="4114800"/>
          </a:xfrm>
          <a:custGeom>
            <a:avLst/>
            <a:gdLst/>
            <a:ahLst/>
            <a:cxnLst/>
            <a:rect r="r" b="b" t="t" l="l"/>
            <a:pathLst>
              <a:path h="4114800" w="6166594">
                <a:moveTo>
                  <a:pt x="0" y="4114800"/>
                </a:moveTo>
                <a:lnTo>
                  <a:pt x="6166594" y="4114800"/>
                </a:lnTo>
                <a:lnTo>
                  <a:pt x="616659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192921" y="2705154"/>
            <a:ext cx="27329690" cy="781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04"/>
              </a:lnSpc>
            </a:pPr>
            <a:r>
              <a:rPr lang="en-US" sz="13663" b="true">
                <a:solidFill>
                  <a:srgbClr val="1C1679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Thank</a:t>
            </a:r>
          </a:p>
          <a:p>
            <a:pPr algn="ctr">
              <a:lnSpc>
                <a:spcPts val="20904"/>
              </a:lnSpc>
            </a:pPr>
            <a:r>
              <a:rPr lang="en-US" sz="13663" b="true">
                <a:solidFill>
                  <a:srgbClr val="1C1679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        YOU</a:t>
            </a:r>
          </a:p>
          <a:p>
            <a:pPr algn="ctr" marL="0" indent="0" lvl="0">
              <a:lnSpc>
                <a:spcPts val="2090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DAG61McPtP0</dc:identifier>
  <dcterms:modified xsi:type="dcterms:W3CDTF">2011-08-01T06:04:30Z</dcterms:modified>
  <cp:revision>1</cp:revision>
  <dc:title>Creating Suspense and Humor with Point of View and Irony Education Presentation Green Blue Organic Illustrations </dc:title>
</cp:coreProperties>
</file>